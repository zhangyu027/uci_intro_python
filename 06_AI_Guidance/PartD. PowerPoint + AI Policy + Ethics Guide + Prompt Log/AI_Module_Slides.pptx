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2"/>
  </p:normalViewPr>
  <p:slideViewPr>
    <p:cSldViewPr snapToGrid="0" snapToObjects="1">
      <p:cViewPr varScale="1">
        <p:scale>
          <a:sx n="95" d="100"/>
          <a:sy n="95" d="100"/>
        </p:scale>
        <p:origin x="1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AI for Data Analysts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UCI CDE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Verify every result; protect sensitive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Ask → Generate → Review → Verify → Explain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Context, columns, business goal,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Debugging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 full traceback and verify fixes.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pandas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Generate then review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Executive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AI drafts, analyst validates.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Bias, privacy, transparency.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BrightMart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guided lab.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AI assists; analysts decide.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</Words>
  <Application>Microsoft Macintosh PowerPoint</Application>
  <PresentationFormat>On-screen Show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AI for Data Analysts</vt:lpstr>
      <vt:lpstr>Responsible AI</vt:lpstr>
      <vt:lpstr>AI Workflow</vt:lpstr>
      <vt:lpstr>Prompt Engineering</vt:lpstr>
      <vt:lpstr>Debugging with AI</vt:lpstr>
      <vt:lpstr>pandas with AI</vt:lpstr>
      <vt:lpstr>Executive Reporting</vt:lpstr>
      <vt:lpstr>Ethics</vt:lpstr>
      <vt:lpstr>Class Activity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Zhang</cp:lastModifiedBy>
  <cp:revision>18</cp:revision>
  <dcterms:created xsi:type="dcterms:W3CDTF">2013-01-27T09:14:16Z</dcterms:created>
  <dcterms:modified xsi:type="dcterms:W3CDTF">2026-07-05T05:27:49Z</dcterms:modified>
  <cp:category/>
</cp:coreProperties>
</file>