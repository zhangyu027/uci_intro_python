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2"/>
  </p:normalViewPr>
  <p:slideViewPr>
    <p:cSldViewPr snapToGrid="0" snapToObjects="1">
      <p:cViewPr varScale="1">
        <p:scale>
          <a:sx n="95" d="100"/>
          <a:sy n="95" d="100"/>
        </p:scale>
        <p:origin x="13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9047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consulting engagement and explain that the objective is to help executives improve profitability.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revenue alone is insufficient and why profit is the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project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the cleaning steps and emphasize data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KPIs and how executives should use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the most important regional and category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relationship between customer segments, discounts, and profitability.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actionable recommendations backed by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Outline a practical 90-day implementation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Reinforce business value and analytics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BrightMart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Retail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Executive Management Presentation</a:t>
            </a:r>
          </a:p>
          <a:p>
            <a:pPr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Python for Data Analysis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Sales increased while profitability became inconsistent.</a:t>
            </a:r>
          </a:p>
          <a:p>
            <a:pPr marL="0" indent="0">
              <a:buNone/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Executive leadership requested a data-driven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Improve data quality</a:t>
            </a:r>
          </a:p>
          <a:p>
            <a:pPr marL="0" indent="0">
              <a:buNone/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Analyze sales and profit</a:t>
            </a:r>
          </a:p>
          <a:p>
            <a:pPr marL="0" indent="0">
              <a:buNone/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Identify key business drivers</a:t>
            </a:r>
          </a:p>
          <a:p>
            <a:pPr marL="0" indent="0">
              <a:buNone/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Recommend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Removed duplicates</a:t>
            </a:r>
          </a:p>
          <a:p>
            <a:pPr marL="0" indent="0">
              <a:buNone/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Standardized regions</a:t>
            </a:r>
          </a:p>
          <a:p>
            <a:pPr marL="0" indent="0">
              <a:buNone/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Parsed dates</a:t>
            </a:r>
          </a:p>
          <a:p>
            <a:pPr marL="0" indent="0">
              <a:buNone/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Flagged outliers</a:t>
            </a:r>
          </a:p>
          <a:p>
            <a:pPr marL="0" indent="0">
              <a:buNone/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Created derived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Executive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Total Sales</a:t>
            </a:r>
          </a:p>
          <a:p>
            <a:pPr marL="0" indent="0">
              <a:buNone/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Total Profit</a:t>
            </a:r>
          </a:p>
          <a:p>
            <a:pPr marL="0" indent="0">
              <a:buNone/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Profit Margin</a:t>
            </a:r>
          </a:p>
          <a:p>
            <a:pPr marL="0" indent="0">
              <a:buNone/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Orders</a:t>
            </a:r>
          </a:p>
          <a:p>
            <a:pPr marL="0" indent="0">
              <a:buNone/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Negative-profit orders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Regional &amp; Category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Compare sales and profit by region</a:t>
            </a:r>
          </a:p>
          <a:p>
            <a:pPr marL="0" indent="0">
              <a:buNone/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Compare product categories</a:t>
            </a:r>
          </a:p>
          <a:p>
            <a:pPr marL="0" indent="0">
              <a:buNone/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Highlight strongest performers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Customer &amp; Discount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Segment profitability</a:t>
            </a:r>
          </a:p>
          <a:p>
            <a:pPr marL="0" indent="0">
              <a:buNone/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Discount impact on margins</a:t>
            </a:r>
          </a:p>
          <a:p>
            <a:pPr marL="0" indent="0">
              <a:buNone/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Opportunities for pricing improvements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Key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1. Review discount policy</a:t>
            </a:r>
          </a:p>
          <a:p>
            <a:pPr marL="0" indent="0">
              <a:buNone/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2. Focus on profitable growth</a:t>
            </a:r>
          </a:p>
          <a:p>
            <a:pPr marL="0" indent="0">
              <a:buNone/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3. Improve data governance</a:t>
            </a:r>
          </a:p>
          <a:p>
            <a:pPr marL="0" indent="0">
              <a:buNone/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4. Automate reporting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Month 1: Data cleanup</a:t>
            </a:r>
          </a:p>
          <a:p>
            <a:pPr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Month 2: Pricing review</a:t>
            </a:r>
          </a:p>
          <a:p>
            <a:pPr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Month 3: Dashboard automation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Python enables repeatable analytics workflows and evidence-based executive decision making.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270</Words>
  <Application>Microsoft Macintosh PowerPoint</Application>
  <PresentationFormat>On-screen Show (4:3)</PresentationFormat>
  <Paragraphs>55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BrightMart Retail Analytics</vt:lpstr>
      <vt:lpstr>Business Problem</vt:lpstr>
      <vt:lpstr>Project Objectives</vt:lpstr>
      <vt:lpstr>Data Preparation</vt:lpstr>
      <vt:lpstr>Executive KPIs</vt:lpstr>
      <vt:lpstr>Regional &amp; Category Findings</vt:lpstr>
      <vt:lpstr>Customer &amp; Discount Insights</vt:lpstr>
      <vt:lpstr>Key Recommendations</vt:lpstr>
      <vt:lpstr>Implementation Roadmap</vt:lpstr>
      <vt:lpstr>Conclusion</vt:lpstr>
      <vt:lpstr>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 Zhang</cp:lastModifiedBy>
  <cp:revision>22</cp:revision>
  <dcterms:created xsi:type="dcterms:W3CDTF">2013-01-27T09:14:16Z</dcterms:created>
  <dcterms:modified xsi:type="dcterms:W3CDTF">2026-07-05T05:17:13Z</dcterms:modified>
  <cp:category/>
</cp:coreProperties>
</file>