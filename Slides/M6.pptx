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>
      <p:cViewPr varScale="1">
        <p:scale>
          <a:sx n="95" d="100"/>
          <a:sy n="95" d="100"/>
        </p:scale>
        <p:origin x="13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914" y="361316"/>
            <a:ext cx="25761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76226"/>
            <a:ext cx="9144000" cy="617855"/>
          </a:xfrm>
          <a:custGeom>
            <a:avLst/>
            <a:gdLst/>
            <a:ahLst/>
            <a:cxnLst/>
            <a:rect l="l" t="t" r="r" b="b"/>
            <a:pathLst>
              <a:path w="9144000" h="617855">
                <a:moveTo>
                  <a:pt x="9144000" y="0"/>
                </a:moveTo>
                <a:lnTo>
                  <a:pt x="0" y="0"/>
                </a:lnTo>
                <a:lnTo>
                  <a:pt x="0" y="617537"/>
                </a:lnTo>
                <a:lnTo>
                  <a:pt x="9144000" y="617537"/>
                </a:lnTo>
                <a:lnTo>
                  <a:pt x="9144000" y="0"/>
                </a:lnTo>
                <a:close/>
              </a:path>
            </a:pathLst>
          </a:custGeom>
          <a:solidFill>
            <a:srgbClr val="3B6A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7823" y="6240462"/>
            <a:ext cx="2339975" cy="617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914" y="361316"/>
            <a:ext cx="25761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28490" y="6680800"/>
            <a:ext cx="192404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6337" y="5788025"/>
            <a:ext cx="6697980" cy="615950"/>
            <a:chOff x="2446337" y="5788025"/>
            <a:chExt cx="6697980" cy="61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5234" y="5848349"/>
              <a:ext cx="4554428" cy="514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46337" y="5788025"/>
              <a:ext cx="6697980" cy="615950"/>
            </a:xfrm>
            <a:custGeom>
              <a:avLst/>
              <a:gdLst/>
              <a:ahLst/>
              <a:cxnLst/>
              <a:rect l="l" t="t" r="r" b="b"/>
              <a:pathLst>
                <a:path w="6697980" h="615950">
                  <a:moveTo>
                    <a:pt x="6697661" y="0"/>
                  </a:moveTo>
                  <a:lnTo>
                    <a:pt x="0" y="0"/>
                  </a:lnTo>
                  <a:lnTo>
                    <a:pt x="0" y="615949"/>
                  </a:lnTo>
                  <a:lnTo>
                    <a:pt x="6697661" y="615949"/>
                  </a:lnTo>
                  <a:lnTo>
                    <a:pt x="6697661" y="0"/>
                  </a:lnTo>
                  <a:close/>
                </a:path>
              </a:pathLst>
            </a:custGeom>
            <a:solidFill>
              <a:srgbClr val="3B6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5783262"/>
            <a:ext cx="2405380" cy="617855"/>
            <a:chOff x="0" y="5783262"/>
            <a:chExt cx="2405380" cy="617855"/>
          </a:xfrm>
        </p:grpSpPr>
        <p:sp>
          <p:nvSpPr>
            <p:cNvPr id="6" name="object 6"/>
            <p:cNvSpPr/>
            <p:nvPr/>
          </p:nvSpPr>
          <p:spPr>
            <a:xfrm>
              <a:off x="0" y="5783262"/>
              <a:ext cx="1295400" cy="617855"/>
            </a:xfrm>
            <a:custGeom>
              <a:avLst/>
              <a:gdLst/>
              <a:ahLst/>
              <a:cxnLst/>
              <a:rect l="l" t="t" r="r" b="b"/>
              <a:pathLst>
                <a:path w="1295400" h="617854">
                  <a:moveTo>
                    <a:pt x="1295400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1295400" y="617536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C9F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8262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7CB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2300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F9E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5715000"/>
            <a:ext cx="2600323" cy="7715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0119" y="2344189"/>
            <a:ext cx="7261225" cy="1346835"/>
            <a:chOff x="960119" y="2344189"/>
            <a:chExt cx="7261225" cy="13468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2344189"/>
              <a:ext cx="7261166" cy="7356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3403" y="2955174"/>
              <a:ext cx="2502131" cy="735676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/>
          <p:nvPr/>
        </p:nvSpPr>
        <p:spPr>
          <a:xfrm>
            <a:off x="995822" y="2374900"/>
            <a:ext cx="7157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140" marR="5080" indent="-2378075">
              <a:lnSpc>
                <a:spcPct val="100000"/>
              </a:lnSpc>
              <a:spcBef>
                <a:spcPts val="100"/>
              </a:spcBef>
              <a:tabLst>
                <a:tab pos="1657985" algn="l"/>
                <a:tab pos="2526665" algn="l"/>
                <a:tab pos="4707255" algn="l"/>
                <a:tab pos="5812155" algn="l"/>
              </a:tabLst>
            </a:pPr>
            <a:r>
              <a:rPr sz="4000" b="1" spc="-20" dirty="0">
                <a:latin typeface="Verdana"/>
                <a:cs typeface="Verdana"/>
              </a:rPr>
              <a:t>Intro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To</a:t>
            </a:r>
            <a:r>
              <a:rPr sz="4000" b="1" dirty="0">
                <a:latin typeface="Verdana"/>
                <a:cs typeface="Verdana"/>
              </a:rPr>
              <a:t>		</a:t>
            </a:r>
            <a:r>
              <a:rPr sz="4000" b="1" spc="-10" dirty="0">
                <a:latin typeface="Verdana"/>
                <a:cs typeface="Verdana"/>
              </a:rPr>
              <a:t>Python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For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0" dirty="0">
                <a:latin typeface="Verdana"/>
                <a:cs typeface="Verdana"/>
              </a:rPr>
              <a:t>Data </a:t>
            </a:r>
            <a:r>
              <a:rPr sz="4000" b="1" spc="-10" dirty="0"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9233" y="3721100"/>
            <a:ext cx="45910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3064" algn="l"/>
                <a:tab pos="3350895" algn="l"/>
              </a:tabLst>
            </a:pP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Week</a:t>
            </a:r>
            <a:r>
              <a:rPr sz="3200" spc="-2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50" dirty="0">
                <a:solidFill>
                  <a:srgbClr val="202020"/>
                </a:solidFill>
                <a:latin typeface="Verdana"/>
                <a:cs typeface="Verdana"/>
              </a:rPr>
              <a:t>4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</a:t>
            </a:r>
            <a:r>
              <a:rPr sz="3200" spc="-10" dirty="0">
                <a:solidFill>
                  <a:srgbClr val="202020"/>
                </a:solidFill>
                <a:latin typeface="Verdana"/>
                <a:cs typeface="Verdana"/>
              </a:rPr>
              <a:t>Plotting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a</a:t>
            </a:r>
            <a:r>
              <a:rPr sz="3200" spc="-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202020"/>
                </a:solidFill>
                <a:latin typeface="Verdana"/>
                <a:cs typeface="Verdana"/>
              </a:rPr>
              <a:t>Map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3075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8046"/>
            <a:ext cx="8097339" cy="32629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334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Look,</a:t>
            </a:r>
            <a:r>
              <a:rPr sz="3600" spc="-3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it’s</a:t>
            </a:r>
            <a:r>
              <a:rPr sz="3600" spc="-3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360" y="2034748"/>
            <a:ext cx="7882260" cy="37564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5185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the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United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States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905000"/>
            <a:ext cx="8634909" cy="3962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360" y="2466387"/>
            <a:ext cx="7882260" cy="2893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7915" y="2806701"/>
            <a:ext cx="62591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0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6337" y="5788025"/>
            <a:ext cx="6697980" cy="615950"/>
            <a:chOff x="2446337" y="5788025"/>
            <a:chExt cx="6697980" cy="61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5234" y="5848349"/>
              <a:ext cx="4554428" cy="514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46337" y="5788025"/>
              <a:ext cx="6697980" cy="615950"/>
            </a:xfrm>
            <a:custGeom>
              <a:avLst/>
              <a:gdLst/>
              <a:ahLst/>
              <a:cxnLst/>
              <a:rect l="l" t="t" r="r" b="b"/>
              <a:pathLst>
                <a:path w="6697980" h="615950">
                  <a:moveTo>
                    <a:pt x="6697661" y="0"/>
                  </a:moveTo>
                  <a:lnTo>
                    <a:pt x="0" y="0"/>
                  </a:lnTo>
                  <a:lnTo>
                    <a:pt x="0" y="615949"/>
                  </a:lnTo>
                  <a:lnTo>
                    <a:pt x="6697661" y="615949"/>
                  </a:lnTo>
                  <a:lnTo>
                    <a:pt x="6697661" y="0"/>
                  </a:lnTo>
                  <a:close/>
                </a:path>
              </a:pathLst>
            </a:custGeom>
            <a:solidFill>
              <a:srgbClr val="3B6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5783262"/>
            <a:ext cx="2405380" cy="617855"/>
            <a:chOff x="0" y="5783262"/>
            <a:chExt cx="2405380" cy="617855"/>
          </a:xfrm>
        </p:grpSpPr>
        <p:sp>
          <p:nvSpPr>
            <p:cNvPr id="6" name="object 6"/>
            <p:cNvSpPr/>
            <p:nvPr/>
          </p:nvSpPr>
          <p:spPr>
            <a:xfrm>
              <a:off x="0" y="5783262"/>
              <a:ext cx="1295400" cy="617855"/>
            </a:xfrm>
            <a:custGeom>
              <a:avLst/>
              <a:gdLst/>
              <a:ahLst/>
              <a:cxnLst/>
              <a:rect l="l" t="t" r="r" b="b"/>
              <a:pathLst>
                <a:path w="1295400" h="617854">
                  <a:moveTo>
                    <a:pt x="1295400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1295400" y="617536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C9F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8262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7CB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2300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F9E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5715000"/>
            <a:ext cx="2600323" cy="7715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0119" y="2344189"/>
            <a:ext cx="7261225" cy="1346835"/>
            <a:chOff x="960119" y="2344189"/>
            <a:chExt cx="7261225" cy="13468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2344189"/>
              <a:ext cx="7261166" cy="7356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3403" y="2955174"/>
              <a:ext cx="2502131" cy="735676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/>
          <p:nvPr/>
        </p:nvSpPr>
        <p:spPr>
          <a:xfrm>
            <a:off x="995822" y="2374900"/>
            <a:ext cx="7157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140" marR="5080" indent="-2378075">
              <a:lnSpc>
                <a:spcPct val="100000"/>
              </a:lnSpc>
              <a:spcBef>
                <a:spcPts val="100"/>
              </a:spcBef>
              <a:tabLst>
                <a:tab pos="1657985" algn="l"/>
                <a:tab pos="2526665" algn="l"/>
                <a:tab pos="4707255" algn="l"/>
                <a:tab pos="5812155" algn="l"/>
              </a:tabLst>
            </a:pPr>
            <a:r>
              <a:rPr sz="4000" b="1" spc="-20" dirty="0">
                <a:latin typeface="Verdana"/>
                <a:cs typeface="Verdana"/>
              </a:rPr>
              <a:t>Intro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To</a:t>
            </a:r>
            <a:r>
              <a:rPr sz="4000" b="1" dirty="0">
                <a:latin typeface="Verdana"/>
                <a:cs typeface="Verdana"/>
              </a:rPr>
              <a:t>		</a:t>
            </a:r>
            <a:r>
              <a:rPr sz="4000" b="1" spc="-10" dirty="0">
                <a:latin typeface="Verdana"/>
                <a:cs typeface="Verdana"/>
              </a:rPr>
              <a:t>Python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For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0" dirty="0">
                <a:latin typeface="Verdana"/>
                <a:cs typeface="Verdana"/>
              </a:rPr>
              <a:t>Data </a:t>
            </a:r>
            <a:r>
              <a:rPr sz="4000" b="1" spc="-10" dirty="0"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9233" y="3721100"/>
            <a:ext cx="45910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3064" algn="l"/>
                <a:tab pos="3350895" algn="l"/>
              </a:tabLst>
            </a:pP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Week</a:t>
            </a:r>
            <a:r>
              <a:rPr sz="3200" spc="-2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50" dirty="0">
                <a:solidFill>
                  <a:srgbClr val="202020"/>
                </a:solidFill>
                <a:latin typeface="Verdana"/>
                <a:cs typeface="Verdana"/>
              </a:rPr>
              <a:t>4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</a:t>
            </a:r>
            <a:r>
              <a:rPr sz="3200" spc="-10" dirty="0">
                <a:solidFill>
                  <a:srgbClr val="202020"/>
                </a:solidFill>
                <a:latin typeface="Verdana"/>
                <a:cs typeface="Verdana"/>
              </a:rPr>
              <a:t>Plotting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a</a:t>
            </a:r>
            <a:r>
              <a:rPr sz="3200" spc="-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202020"/>
                </a:solidFill>
                <a:latin typeface="Verdana"/>
                <a:cs typeface="Verdana"/>
              </a:rPr>
              <a:t>Map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6226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scatter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data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828800"/>
            <a:ext cx="8796041" cy="4038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94" y="2286000"/>
            <a:ext cx="8881794" cy="3276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6684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Hawaii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with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dot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Hilo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209" y="1905000"/>
            <a:ext cx="8263687" cy="3962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94" y="1219201"/>
            <a:ext cx="6131003" cy="51053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76" y="1524000"/>
            <a:ext cx="8757422" cy="4343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94" y="1220396"/>
            <a:ext cx="6131003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052" y="2140344"/>
            <a:ext cx="8463145" cy="3422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30" y="1220396"/>
            <a:ext cx="6125131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711" y="2140344"/>
            <a:ext cx="7005829" cy="3422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244" y="1220396"/>
            <a:ext cx="6082902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126</Words>
  <Application>Microsoft Macintosh PowerPoint</Application>
  <PresentationFormat>On-screen Show (4:3)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Verdana</vt:lpstr>
      <vt:lpstr>Office Theme</vt:lpstr>
      <vt:lpstr>PowerPoint Presentation</vt:lpstr>
      <vt:lpstr>Plotting a Map</vt:lpstr>
      <vt:lpstr>Plotting a Map</vt:lpstr>
      <vt:lpstr>Plotting a Map</vt:lpstr>
      <vt:lpstr>Plotting a Map</vt:lpstr>
      <vt:lpstr>Plotting a Map</vt:lpstr>
      <vt:lpstr>PowerPoint Presentation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 Zhang</cp:lastModifiedBy>
  <cp:revision>1</cp:revision>
  <dcterms:created xsi:type="dcterms:W3CDTF">2026-06-18T23:26:33Z</dcterms:created>
  <dcterms:modified xsi:type="dcterms:W3CDTF">2026-06-18T23:29:22Z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2026-06-18T00:00:00Z</vt:filetime>
  </property>
  <property fmtid="{D5CDD505-2E9C-101B-9397-08002B2CF9AE}" pid="5" name="Producer">
    <vt:lpwstr>Mac OS X 10.10.3 Quartz PDFContext</vt:lpwstr>
  </property>
</Properties>
</file>