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88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1"/>
  </p:normalViewPr>
  <p:slideViewPr>
    <p:cSldViewPr>
      <p:cViewPr varScale="1">
        <p:scale>
          <a:sx n="95" d="100"/>
          <a:sy n="95" d="100"/>
        </p:scale>
        <p:origin x="1384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75F59D-CCA8-7F40-8735-892A594F94E8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C8013F-CA93-024D-BAF4-00EF06822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411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39722" y="2166937"/>
            <a:ext cx="6464554" cy="13677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44996" y="6047232"/>
            <a:ext cx="2253995" cy="29260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9144000" cy="67665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9144000" cy="611505"/>
          </a:xfrm>
          <a:custGeom>
            <a:avLst/>
            <a:gdLst/>
            <a:ahLst/>
            <a:cxnLst/>
            <a:rect l="l" t="t" r="r" b="b"/>
            <a:pathLst>
              <a:path w="9144000" h="611505">
                <a:moveTo>
                  <a:pt x="9144000" y="0"/>
                </a:moveTo>
                <a:lnTo>
                  <a:pt x="0" y="0"/>
                </a:lnTo>
                <a:lnTo>
                  <a:pt x="0" y="611124"/>
                </a:lnTo>
                <a:lnTo>
                  <a:pt x="9144000" y="611124"/>
                </a:lnTo>
                <a:lnTo>
                  <a:pt x="9144000" y="0"/>
                </a:lnTo>
                <a:close/>
              </a:path>
            </a:pathLst>
          </a:custGeom>
          <a:solidFill>
            <a:srgbClr val="1B3C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61" y="579119"/>
            <a:ext cx="9144000" cy="29209"/>
          </a:xfrm>
          <a:custGeom>
            <a:avLst/>
            <a:gdLst/>
            <a:ahLst/>
            <a:cxnLst/>
            <a:rect l="l" t="t" r="r" b="b"/>
            <a:pathLst>
              <a:path w="9144000" h="29209">
                <a:moveTo>
                  <a:pt x="0" y="28955"/>
                </a:moveTo>
                <a:lnTo>
                  <a:pt x="9144000" y="28955"/>
                </a:lnTo>
                <a:lnTo>
                  <a:pt x="9144000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FFD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17802" y="933129"/>
            <a:ext cx="6708394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2094831"/>
            <a:ext cx="8072119" cy="2293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hyperlink" Target="http://stackoverflow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5270" cy="1152525"/>
            <a:chOff x="0" y="0"/>
            <a:chExt cx="9145270" cy="1152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11521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312420"/>
              <a:ext cx="3730751" cy="48463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762" cy="11521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144000" cy="1087120"/>
            </a:xfrm>
            <a:custGeom>
              <a:avLst/>
              <a:gdLst/>
              <a:ahLst/>
              <a:cxnLst/>
              <a:rect l="l" t="t" r="r" b="b"/>
              <a:pathLst>
                <a:path w="9144000" h="1087120">
                  <a:moveTo>
                    <a:pt x="9144000" y="0"/>
                  </a:moveTo>
                  <a:lnTo>
                    <a:pt x="0" y="0"/>
                  </a:lnTo>
                  <a:lnTo>
                    <a:pt x="0" y="1086612"/>
                  </a:lnTo>
                  <a:lnTo>
                    <a:pt x="9144000" y="10866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3C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312420"/>
              <a:ext cx="3730751" cy="48463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61" y="1059180"/>
              <a:ext cx="9144000" cy="29209"/>
            </a:xfrm>
            <a:custGeom>
              <a:avLst/>
              <a:gdLst/>
              <a:ahLst/>
              <a:cxnLst/>
              <a:rect l="l" t="t" r="r" b="b"/>
              <a:pathLst>
                <a:path w="9144000" h="29209">
                  <a:moveTo>
                    <a:pt x="0" y="28955"/>
                  </a:moveTo>
                  <a:lnTo>
                    <a:pt x="9144000" y="2895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8955"/>
                  </a:lnTo>
                  <a:close/>
                </a:path>
              </a:pathLst>
            </a:custGeom>
            <a:solidFill>
              <a:srgbClr val="FFD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43785" marR="5080" indent="-2330450">
              <a:lnSpc>
                <a:spcPct val="100000"/>
              </a:lnSpc>
              <a:spcBef>
                <a:spcPts val="105"/>
              </a:spcBef>
              <a:tabLst>
                <a:tab pos="1287780" algn="l"/>
              </a:tabLst>
            </a:pPr>
            <a:r>
              <a:rPr spc="-10" dirty="0"/>
              <a:t>Intro</a:t>
            </a:r>
            <a:r>
              <a:rPr dirty="0"/>
              <a:t>	to Programming</a:t>
            </a:r>
            <a:r>
              <a:rPr spc="-35" dirty="0"/>
              <a:t> </a:t>
            </a:r>
            <a:r>
              <a:rPr spc="-20" dirty="0"/>
              <a:t>with </a:t>
            </a:r>
            <a:r>
              <a:rPr spc="-10" dirty="0"/>
              <a:t>Python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237134" y="3907027"/>
            <a:ext cx="266890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888888"/>
                </a:solidFill>
                <a:latin typeface="Arial"/>
                <a:cs typeface="Arial"/>
              </a:rPr>
              <a:t>Jupyter</a:t>
            </a:r>
            <a:r>
              <a:rPr sz="3200" spc="-45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888888"/>
                </a:solidFill>
                <a:latin typeface="Arial"/>
                <a:cs typeface="Arial"/>
              </a:rPr>
              <a:t>Basics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8754" y="933129"/>
            <a:ext cx="36645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Jupyter</a:t>
            </a:r>
            <a:r>
              <a:rPr spc="-20" dirty="0"/>
              <a:t> </a:t>
            </a:r>
            <a:r>
              <a:rPr spc="-10" dirty="0"/>
              <a:t>Basics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05600"/>
            <a:ext cx="7375525" cy="273621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8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In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this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lecture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we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will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learn:</a:t>
            </a:r>
            <a:endParaRPr sz="2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590"/>
              </a:spcBef>
              <a:buChar char="–"/>
              <a:tabLst>
                <a:tab pos="756920" algn="l"/>
              </a:tabLst>
            </a:pPr>
            <a:r>
              <a:rPr sz="2400" dirty="0">
                <a:latin typeface="Arial"/>
                <a:cs typeface="Arial"/>
              </a:rPr>
              <a:t>What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cell in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notebook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is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Char char="–"/>
              <a:tabLst>
                <a:tab pos="756920" algn="l"/>
              </a:tabLst>
            </a:pPr>
            <a:r>
              <a:rPr sz="2400" dirty="0">
                <a:latin typeface="Arial"/>
                <a:cs typeface="Arial"/>
              </a:rPr>
              <a:t>How to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switch from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edit mode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command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mode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920" algn="l"/>
              </a:tabLst>
            </a:pPr>
            <a:r>
              <a:rPr sz="2400" dirty="0">
                <a:latin typeface="Arial"/>
                <a:cs typeface="Arial"/>
              </a:rPr>
              <a:t>How to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create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cell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920" algn="l"/>
              </a:tabLst>
            </a:pPr>
            <a:r>
              <a:rPr sz="2400" dirty="0">
                <a:latin typeface="Arial"/>
                <a:cs typeface="Arial"/>
              </a:rPr>
              <a:t>How to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delete a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cell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920" algn="l"/>
              </a:tabLst>
            </a:pPr>
            <a:r>
              <a:rPr sz="2400" dirty="0">
                <a:latin typeface="Arial"/>
                <a:cs typeface="Arial"/>
              </a:rPr>
              <a:t>How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execute a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cell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8754" y="933129"/>
            <a:ext cx="36645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Jupyter</a:t>
            </a:r>
            <a:r>
              <a:rPr spc="-20" dirty="0"/>
              <a:t> </a:t>
            </a:r>
            <a:r>
              <a:rPr spc="-10" dirty="0"/>
              <a:t>Basics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94831"/>
            <a:ext cx="70097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Open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notebook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created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last </a:t>
            </a:r>
            <a:r>
              <a:rPr sz="2400" spc="-10" dirty="0">
                <a:latin typeface="Arial"/>
                <a:cs typeface="Arial"/>
              </a:rPr>
              <a:t>lecture: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216239"/>
            <a:ext cx="7616825" cy="17081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This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cell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Click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once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highlight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it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Press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‘enter’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go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into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edit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mode.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There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will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now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a </a:t>
            </a:r>
            <a:r>
              <a:rPr sz="2400" dirty="0">
                <a:latin typeface="Arial"/>
                <a:cs typeface="Arial"/>
              </a:rPr>
              <a:t>blinking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cursor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cell and you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type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 </a:t>
            </a:r>
            <a:r>
              <a:rPr sz="2400" spc="-25" dirty="0">
                <a:latin typeface="Arial"/>
                <a:cs typeface="Arial"/>
              </a:rPr>
              <a:t>it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" y="2590800"/>
            <a:ext cx="9116567" cy="16047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8754" y="933129"/>
            <a:ext cx="36645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Jupyter</a:t>
            </a:r>
            <a:r>
              <a:rPr spc="-20" dirty="0"/>
              <a:t> </a:t>
            </a:r>
            <a:r>
              <a:rPr spc="-10" dirty="0"/>
              <a:t>Basics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94830"/>
            <a:ext cx="7983220" cy="368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Now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hit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‘esc’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exit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edit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mode.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You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now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10" dirty="0">
                <a:latin typeface="Arial"/>
                <a:cs typeface="Arial"/>
              </a:rPr>
              <a:t> command </a:t>
            </a:r>
            <a:r>
              <a:rPr sz="2400" spc="-20" dirty="0">
                <a:latin typeface="Arial"/>
                <a:cs typeface="Arial"/>
              </a:rPr>
              <a:t>mode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Type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‘a’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create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cell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above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currently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selected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Type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‘b’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create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cell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below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currently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selected</a:t>
            </a:r>
            <a:endParaRPr sz="2400">
              <a:latin typeface="Arial"/>
              <a:cs typeface="Arial"/>
            </a:endParaRPr>
          </a:p>
          <a:p>
            <a:pPr marL="355600" marR="92075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Type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‘d’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twice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delete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cell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have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currently selected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Press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control-</a:t>
            </a:r>
            <a:r>
              <a:rPr sz="2400" dirty="0">
                <a:latin typeface="Arial"/>
                <a:cs typeface="Arial"/>
              </a:rPr>
              <a:t>enter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execute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20" dirty="0">
                <a:latin typeface="Arial"/>
                <a:cs typeface="Arial"/>
              </a:rPr>
              <a:t>cell</a:t>
            </a:r>
            <a:endParaRPr sz="2400">
              <a:latin typeface="Arial"/>
              <a:cs typeface="Arial"/>
            </a:endParaRPr>
          </a:p>
          <a:p>
            <a:pPr marL="355600" marR="56388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Let’s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watch me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 time,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feel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free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follow </a:t>
            </a:r>
            <a:r>
              <a:rPr sz="2400" spc="-20" dirty="0">
                <a:latin typeface="Arial"/>
                <a:cs typeface="Arial"/>
              </a:rPr>
              <a:t>along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4996" y="6047232"/>
            <a:ext cx="2253995" cy="29260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5270" cy="676910"/>
            <a:chOff x="0" y="0"/>
            <a:chExt cx="9145270" cy="67691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67665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9144000" cy="611505"/>
            </a:xfrm>
            <a:custGeom>
              <a:avLst/>
              <a:gdLst/>
              <a:ahLst/>
              <a:cxnLst/>
              <a:rect l="l" t="t" r="r" b="b"/>
              <a:pathLst>
                <a:path w="9144000" h="611505">
                  <a:moveTo>
                    <a:pt x="9144000" y="0"/>
                  </a:moveTo>
                  <a:lnTo>
                    <a:pt x="0" y="0"/>
                  </a:lnTo>
                  <a:lnTo>
                    <a:pt x="0" y="611124"/>
                  </a:lnTo>
                  <a:lnTo>
                    <a:pt x="9144000" y="61112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3C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1" y="579119"/>
              <a:ext cx="9144000" cy="29209"/>
            </a:xfrm>
            <a:custGeom>
              <a:avLst/>
              <a:gdLst/>
              <a:ahLst/>
              <a:cxnLst/>
              <a:rect l="l" t="t" r="r" b="b"/>
              <a:pathLst>
                <a:path w="9144000" h="29209">
                  <a:moveTo>
                    <a:pt x="0" y="28955"/>
                  </a:moveTo>
                  <a:lnTo>
                    <a:pt x="9144000" y="2895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8955"/>
                  </a:lnTo>
                  <a:close/>
                </a:path>
              </a:pathLst>
            </a:custGeom>
            <a:solidFill>
              <a:srgbClr val="FFD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38754" y="933129"/>
            <a:ext cx="36645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Arial"/>
                <a:cs typeface="Arial"/>
              </a:rPr>
              <a:t>Jupyter</a:t>
            </a:r>
            <a:r>
              <a:rPr sz="4400" spc="-20" dirty="0">
                <a:latin typeface="Arial"/>
                <a:cs typeface="Arial"/>
              </a:rPr>
              <a:t> </a:t>
            </a:r>
            <a:r>
              <a:rPr sz="4400" spc="-10" dirty="0">
                <a:latin typeface="Arial"/>
                <a:cs typeface="Arial"/>
              </a:rPr>
              <a:t>Basics</a:t>
            </a:r>
            <a:endParaRPr sz="4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87879" y="2829399"/>
            <a:ext cx="3970654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1285" dirty="0">
                <a:solidFill>
                  <a:srgbClr val="008000"/>
                </a:solidFill>
                <a:latin typeface="Arial"/>
                <a:cs typeface="Arial"/>
              </a:rPr>
              <a:t>SUCCESS!</a:t>
            </a:r>
            <a:endParaRPr sz="8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5270" cy="1152525"/>
            <a:chOff x="0" y="0"/>
            <a:chExt cx="9145270" cy="1152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11521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312420"/>
              <a:ext cx="3730751" cy="48463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762" cy="11521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144000" cy="1087120"/>
            </a:xfrm>
            <a:custGeom>
              <a:avLst/>
              <a:gdLst/>
              <a:ahLst/>
              <a:cxnLst/>
              <a:rect l="l" t="t" r="r" b="b"/>
              <a:pathLst>
                <a:path w="9144000" h="1087120">
                  <a:moveTo>
                    <a:pt x="9144000" y="0"/>
                  </a:moveTo>
                  <a:lnTo>
                    <a:pt x="0" y="0"/>
                  </a:lnTo>
                  <a:lnTo>
                    <a:pt x="0" y="1086612"/>
                  </a:lnTo>
                  <a:lnTo>
                    <a:pt x="9144000" y="10866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3C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312420"/>
              <a:ext cx="3730751" cy="48463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61" y="1059180"/>
              <a:ext cx="9144000" cy="29209"/>
            </a:xfrm>
            <a:custGeom>
              <a:avLst/>
              <a:gdLst/>
              <a:ahLst/>
              <a:cxnLst/>
              <a:rect l="l" t="t" r="r" b="b"/>
              <a:pathLst>
                <a:path w="9144000" h="29209">
                  <a:moveTo>
                    <a:pt x="0" y="28955"/>
                  </a:moveTo>
                  <a:lnTo>
                    <a:pt x="9144000" y="2895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8955"/>
                  </a:lnTo>
                  <a:close/>
                </a:path>
              </a:pathLst>
            </a:custGeom>
            <a:solidFill>
              <a:srgbClr val="FFD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65434" y="2166937"/>
            <a:ext cx="701230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59050" marR="5080" indent="-2546985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Arial"/>
                <a:cs typeface="Arial"/>
              </a:rPr>
              <a:t>Intro</a:t>
            </a:r>
            <a:r>
              <a:rPr sz="4400" b="1" spc="-20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to</a:t>
            </a:r>
            <a:r>
              <a:rPr sz="4400" b="1" spc="-25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Programming</a:t>
            </a:r>
            <a:r>
              <a:rPr sz="4400" b="1" spc="-25" dirty="0">
                <a:latin typeface="Arial"/>
                <a:cs typeface="Arial"/>
              </a:rPr>
              <a:t> </a:t>
            </a:r>
            <a:r>
              <a:rPr sz="4400" b="1" spc="-20" dirty="0">
                <a:latin typeface="Arial"/>
                <a:cs typeface="Arial"/>
              </a:rPr>
              <a:t>with </a:t>
            </a:r>
            <a:r>
              <a:rPr sz="4400" b="1" spc="-10" dirty="0">
                <a:latin typeface="Arial"/>
                <a:cs typeface="Arial"/>
              </a:rPr>
              <a:t>Python</a:t>
            </a:r>
            <a:endParaRPr sz="44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5070" marR="5080" indent="-1183005">
              <a:lnSpc>
                <a:spcPct val="100000"/>
              </a:lnSpc>
              <a:spcBef>
                <a:spcPts val="100"/>
              </a:spcBef>
            </a:pPr>
            <a:r>
              <a:rPr dirty="0"/>
              <a:t>Python</a:t>
            </a:r>
            <a:r>
              <a:rPr spc="-90" dirty="0"/>
              <a:t> </a:t>
            </a:r>
            <a:r>
              <a:rPr dirty="0"/>
              <a:t>Documentation</a:t>
            </a:r>
            <a:r>
              <a:rPr spc="-75" dirty="0"/>
              <a:t> </a:t>
            </a:r>
            <a:r>
              <a:rPr spc="-25" dirty="0"/>
              <a:t>and </a:t>
            </a:r>
            <a:r>
              <a:rPr spc="-10" dirty="0"/>
              <a:t>Stackoverflow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224290DE-1E88-684B-A815-B46DB7C5F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911407"/>
            <a:ext cx="8991600" cy="5122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04800" y="442437"/>
            <a:ext cx="616966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7685" algn="l"/>
              </a:tabLst>
            </a:pPr>
            <a:r>
              <a:rPr sz="2400" spc="-25" dirty="0">
                <a:latin typeface="Arial"/>
                <a:cs typeface="Arial"/>
              </a:rPr>
              <a:t>1.</a:t>
            </a:r>
            <a:r>
              <a:rPr sz="2400" dirty="0">
                <a:latin typeface="Arial"/>
                <a:cs typeface="Arial"/>
              </a:rPr>
              <a:t>	Go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here: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https://docs.python.org/3.</a:t>
            </a:r>
            <a:r>
              <a:rPr lang="en-US" sz="2400" spc="-35" dirty="0">
                <a:latin typeface="Arial"/>
                <a:cs typeface="Arial"/>
              </a:rPr>
              <a:t>10.4</a:t>
            </a:r>
            <a:r>
              <a:rPr sz="2400" spc="-35" dirty="0">
                <a:latin typeface="Arial"/>
                <a:cs typeface="Arial"/>
              </a:rPr>
              <a:t>/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8342" y="933129"/>
            <a:ext cx="56870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Python</a:t>
            </a:r>
            <a:r>
              <a:rPr spc="5" dirty="0"/>
              <a:t> </a:t>
            </a:r>
            <a:r>
              <a:rPr spc="-10" dirty="0"/>
              <a:t>Documentation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4792" y="1848611"/>
            <a:ext cx="5614415" cy="40949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8342" y="933129"/>
            <a:ext cx="56870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Python</a:t>
            </a:r>
            <a:r>
              <a:rPr spc="5" dirty="0"/>
              <a:t> </a:t>
            </a:r>
            <a:r>
              <a:rPr spc="-10" dirty="0"/>
              <a:t>Documentation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8404" y="1839467"/>
            <a:ext cx="5727191" cy="40294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6479" y="933129"/>
            <a:ext cx="351027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Stackoverflow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82639"/>
            <a:ext cx="4352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225" dirty="0">
                <a:latin typeface="Arial"/>
                <a:cs typeface="Arial"/>
              </a:rPr>
              <a:t>Go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to:</a:t>
            </a:r>
            <a:r>
              <a:rPr sz="2400" spc="-165" dirty="0">
                <a:latin typeface="Arial"/>
                <a:cs typeface="Arial"/>
              </a:rPr>
              <a:t> </a:t>
            </a:r>
            <a:r>
              <a:rPr sz="2400" u="sng" spc="-65" dirty="0">
                <a:solidFill>
                  <a:srgbClr val="9BBA58"/>
                </a:solidFill>
                <a:uFill>
                  <a:solidFill>
                    <a:srgbClr val="9BBA58"/>
                  </a:solidFill>
                </a:uFill>
                <a:latin typeface="Arial"/>
                <a:cs typeface="Arial"/>
                <a:hlinkClick r:id="rId2"/>
              </a:rPr>
              <a:t>http://stackoverflow.com/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9803" y="2567940"/>
            <a:ext cx="6184391" cy="34213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6479" y="933129"/>
            <a:ext cx="351027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Stackoverflow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164" y="1839467"/>
            <a:ext cx="7281671" cy="39837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00786" y="933129"/>
            <a:ext cx="21418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latin typeface="Arial"/>
                <a:cs typeface="Arial"/>
              </a:rPr>
              <a:t>Success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91670" y="2387382"/>
            <a:ext cx="476186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spc="-1535" dirty="0">
                <a:solidFill>
                  <a:srgbClr val="008000"/>
                </a:solidFill>
                <a:latin typeface="Arial"/>
                <a:cs typeface="Arial"/>
              </a:rPr>
              <a:t>SUCCESS!</a:t>
            </a:r>
            <a:endParaRPr sz="9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Words>222</Words>
  <Application>Microsoft Macintosh PowerPoint</Application>
  <PresentationFormat>On-screen Show (4:3)</PresentationFormat>
  <Paragraphs>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Intro to Programming with Python</vt:lpstr>
      <vt:lpstr>Jupyter Basics</vt:lpstr>
      <vt:lpstr>Jupyter Basics</vt:lpstr>
      <vt:lpstr>Jupyter Basics</vt:lpstr>
      <vt:lpstr>PowerPoint Presentation</vt:lpstr>
      <vt:lpstr>PowerPoint Presentation</vt:lpstr>
      <vt:lpstr>PowerPoint Presentation</vt:lpstr>
      <vt:lpstr>Python Documentation</vt:lpstr>
      <vt:lpstr>Python Documentation</vt:lpstr>
      <vt:lpstr>Stackoverflow</vt:lpstr>
      <vt:lpstr>Stackoverflow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Erick Navarro</dc:creator>
  <cp:lastModifiedBy>Yu Zhang</cp:lastModifiedBy>
  <cp:revision>5</cp:revision>
  <dcterms:created xsi:type="dcterms:W3CDTF">2022-04-06T23:58:46Z</dcterms:created>
  <dcterms:modified xsi:type="dcterms:W3CDTF">2026-06-18T23:23:14Z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2018-02-27T00:00:00Z</vt:filetime>
  </property>
  <property fmtid="{D5CDD505-2E9C-101B-9397-08002B2CF9AE}" pid="3" name="Creator">
    <vt:lpwstr>Acrobat PDFMaker 17 for PowerPoint</vt:lpwstr>
  </property>
  <property fmtid="{D5CDD505-2E9C-101B-9397-08002B2CF9AE}" pid="4" name="LastSaved">
    <vt:filetime>2022-04-06T00:00:00Z</vt:filetime>
  </property>
</Properties>
</file>